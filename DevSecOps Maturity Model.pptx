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319F-F407-008F-BE49-DD6C3894D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E4793-AC81-6E62-AF12-804533ED4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12689-DBF3-AE73-2471-365B8D8CC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1EC0B-EE08-01CD-A7D8-195EFC8D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A3F78-EE23-B256-85EB-C2868A0B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76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5E5EB-AE51-9257-76C6-199590F5B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67DA1-C162-32F2-AB96-76AFB8839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4CB36-2D68-9B30-75F5-E728CC17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9CB59-281E-1512-A048-F8BF86AD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2A31D-5650-124F-07E8-03DF4405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25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C6B4-A954-C4DF-3177-C0007FD9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B40AA-5DD2-5BD4-C14F-F575370AC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2734C-9DDA-E512-1EE8-BB5279AC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D8C90-B389-8ED6-F18C-6C8D4BAB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579E3-8190-0ED4-4D40-EFBA41B9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48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F556-3592-25C7-27E8-A1490C238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FFC4A-EB94-E86C-60A3-1C6698ACC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C3B79-D4CF-F06C-F47E-8A9ECC938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599A5-4F1D-E150-0748-1B7C730A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A8F06-076A-174B-FAEF-B4BECBC0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D62A6-7845-4890-F1C9-D9CE445E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64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3A2E-C634-D277-9252-3C98AF2D5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14FDB-CCAE-5CC3-CA95-FF25CB57A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F954F8-C82F-BD29-D780-FD9F46149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862947-248D-5134-AE2A-68678222B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8A50A8-E6A9-46F9-39EF-4A509AE76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70761-025B-08CC-D843-6361AC93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D9B7E7-5B92-8A75-6BF0-AEE1BEF86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74C0E-B016-D671-C7A6-AFEDE2FD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85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53DE-74F7-679E-89EC-012D9374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F9237-8699-2E88-492A-4765DB81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D5B3A-F914-D9C6-1440-50E9B56E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20173-238A-813F-FA93-863D1C13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43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C8CE7-437C-06AC-992B-3F727A0B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46C47-3A7A-F4C3-A7EC-61FD1C14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FB5E2-2435-11AA-C2E4-6F73B3C4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862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696E-7B4A-9AB6-A22B-C6ECE3E1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C04F1-3D60-10C0-E5BB-7A1F908F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E4318-883D-4102-8484-110E21FCE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465D2-0CAB-DC04-DC01-D90D793A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A98E5-9C31-F4BD-0B60-716BEFFF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A70AA-758D-A2BE-9243-36D14014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33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8309-6347-1FBA-AFAA-7503DEAB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BCA47-2FA0-6CB6-64DE-F3A6CEE70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6E1F5-4F75-BC47-9493-59D4B9D2F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F71BD-08C3-7405-7050-D6B34DD6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C9AED-C7E0-3D3E-0CFD-533A1F791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89F18-E19E-BBB5-EDC8-73D621C9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07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B566-95FE-B052-61C9-232429F9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2C755-DA85-FC05-95FB-EC0CEB664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C746B-CB19-9A1A-955B-CB3471D4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20475-ACE0-E981-6520-CDFAAB31B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5A3D3-1078-141C-7656-256148B5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80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0BF36C-7A16-DECE-3DDC-8C5EE480D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4A627-46F0-2CCA-067A-0F8093FFA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0D521-83D3-C661-8CAC-95068305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7A5C3-B9FB-2BA4-DFC3-C78DF2E2F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876CF-324D-0736-E612-08F08754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83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23584-CE3A-4C68-2128-E37EB647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56C86-9DE6-6721-D260-44CD1EA5D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F0344-B0E0-D691-0BC9-05675F91D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091B8-3D4F-44D0-91A8-84DD6CBBF0A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5AFFA-1672-FA8A-660A-3FA549058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67252-AF76-8F71-0253-86070FF25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D2C45-FF2B-48CF-8101-81FB094F1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75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F8C6-8690-30D4-AECB-6287A903AE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DevSecOps Maturity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0A914-C4D2-DE6A-0790-6868F6D3AE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DevSecOps</a:t>
            </a:r>
            <a:endParaRPr lang="en-IN" b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053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566C-9C81-9AD4-F7A2-75A72055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149369"/>
            <a:ext cx="11912029" cy="662290"/>
          </a:xfrm>
        </p:spPr>
        <p:txBody>
          <a:bodyPr>
            <a:normAutofit/>
          </a:bodyPr>
          <a:lstStyle/>
          <a:p>
            <a:endParaRPr lang="en-IN" sz="3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41B9-9572-1155-2805-5AFD073B2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52" y="972869"/>
            <a:ext cx="11912029" cy="5735761"/>
          </a:xfrm>
        </p:spPr>
        <p:txBody>
          <a:bodyPr>
            <a:normAutofit/>
          </a:bodyPr>
          <a:lstStyle/>
          <a:p>
            <a:endParaRPr lang="en-I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35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9DB4B-6E04-6917-3A61-FF84E593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3137C-4DA9-F4C4-9251-534FEA0E5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149369"/>
            <a:ext cx="11912029" cy="662290"/>
          </a:xfrm>
        </p:spPr>
        <p:txBody>
          <a:bodyPr>
            <a:normAutofit/>
          </a:bodyPr>
          <a:lstStyle/>
          <a:p>
            <a:endParaRPr lang="en-IN" sz="3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0C13-5E85-CE75-9747-E4797096A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52" y="972869"/>
            <a:ext cx="11912029" cy="5735761"/>
          </a:xfrm>
        </p:spPr>
        <p:txBody>
          <a:bodyPr>
            <a:normAutofit/>
          </a:bodyPr>
          <a:lstStyle/>
          <a:p>
            <a:endParaRPr lang="en-I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325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F3BA-A6F0-7E91-7D76-73B846CD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8925-20F2-D34D-6805-455EF45BD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149369"/>
            <a:ext cx="11912029" cy="662290"/>
          </a:xfrm>
        </p:spPr>
        <p:txBody>
          <a:bodyPr>
            <a:normAutofit/>
          </a:bodyPr>
          <a:lstStyle/>
          <a:p>
            <a:endParaRPr lang="en-IN" sz="3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70E02-052B-D8C0-D5B7-5B2A61DAD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52" y="972869"/>
            <a:ext cx="11912029" cy="5735761"/>
          </a:xfrm>
        </p:spPr>
        <p:txBody>
          <a:bodyPr>
            <a:normAutofit/>
          </a:bodyPr>
          <a:lstStyle/>
          <a:p>
            <a:endParaRPr lang="en-I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2619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68028-1756-FB70-DDCA-E9543EC8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FECF5-3D7C-5147-BF9F-98411513B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837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27A3A-62AA-2E8A-C3F8-E177CBB9F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B3576-F6D4-6180-EFC2-AF5A1D738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149369"/>
            <a:ext cx="11912029" cy="662290"/>
          </a:xfrm>
        </p:spPr>
        <p:txBody>
          <a:bodyPr>
            <a:normAutofit/>
          </a:bodyPr>
          <a:lstStyle/>
          <a:p>
            <a:endParaRPr lang="en-IN" sz="3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823D7-F336-981B-F38E-82D16B557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52" y="972869"/>
            <a:ext cx="11912029" cy="5735761"/>
          </a:xfrm>
        </p:spPr>
        <p:txBody>
          <a:bodyPr>
            <a:normAutofit/>
          </a:bodyPr>
          <a:lstStyle/>
          <a:p>
            <a:endParaRPr lang="en-I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618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8CE68-2202-8D4B-DC99-D955E2B55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823A-6996-FB45-4C18-5D6BFDCDF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149369"/>
            <a:ext cx="11912029" cy="662290"/>
          </a:xfrm>
        </p:spPr>
        <p:txBody>
          <a:bodyPr>
            <a:normAutofit/>
          </a:bodyPr>
          <a:lstStyle/>
          <a:p>
            <a:endParaRPr lang="en-IN" sz="3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73425-C8B2-BF96-6195-CA493BA0A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52" y="972869"/>
            <a:ext cx="11912029" cy="5735761"/>
          </a:xfrm>
        </p:spPr>
        <p:txBody>
          <a:bodyPr>
            <a:normAutofit/>
          </a:bodyPr>
          <a:lstStyle/>
          <a:p>
            <a:endParaRPr lang="en-I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6785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Yu Gothic</vt:lpstr>
      <vt:lpstr>Arial</vt:lpstr>
      <vt:lpstr>Calibri</vt:lpstr>
      <vt:lpstr>Calibri Light</vt:lpstr>
      <vt:lpstr>Office Theme</vt:lpstr>
      <vt:lpstr>DevSecOps Maturity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j0352</dc:creator>
  <cp:lastModifiedBy>sandeep j0352</cp:lastModifiedBy>
  <cp:revision>4</cp:revision>
  <dcterms:created xsi:type="dcterms:W3CDTF">2026-03-01T15:26:43Z</dcterms:created>
  <dcterms:modified xsi:type="dcterms:W3CDTF">2026-05-22T17:04:47Z</dcterms:modified>
</cp:coreProperties>
</file>